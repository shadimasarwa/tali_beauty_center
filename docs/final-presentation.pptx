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d3bb0ffb2a4180" /><Relationship Type="http://schemas.openxmlformats.org/officeDocument/2006/relationships/extended-properties" Target="/docProps/app.xml" Id="R862ececafec64a7d" /><Relationship Type="http://schemas.openxmlformats.org/officeDocument/2006/relationships/officeDocument" Target="/ppt/presentation.xml" Id="R01d49dfd6f8a44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5274527fdc4faf"/>
  </p:sldMasterIdLst>
  <p:notesMasterIdLst>
    <p:notesMasterId xmlns:r="http://schemas.openxmlformats.org/officeDocument/2006/relationships" r:id="R0a3478b841794167"/>
  </p:notesMasterIdLst>
  <p:sldIdLst>
    <p:sldId xmlns:r="http://schemas.openxmlformats.org/officeDocument/2006/relationships" id="256" r:id="Ra683e77f2e4e4d8e"/>
    <p:sldId xmlns:r="http://schemas.openxmlformats.org/officeDocument/2006/relationships" id="257" r:id="R5caa71520605490f"/>
    <p:sldId xmlns:r="http://schemas.openxmlformats.org/officeDocument/2006/relationships" id="258" r:id="R995f47373ce3469a"/>
    <p:sldId xmlns:r="http://schemas.openxmlformats.org/officeDocument/2006/relationships" id="259" r:id="R9f124c924daf4921"/>
    <p:sldId xmlns:r="http://schemas.openxmlformats.org/officeDocument/2006/relationships" id="260" r:id="R58e8b93583354e14"/>
    <p:sldId xmlns:r="http://schemas.openxmlformats.org/officeDocument/2006/relationships" id="261" r:id="R35595deb69824b9c"/>
    <p:sldId xmlns:r="http://schemas.openxmlformats.org/officeDocument/2006/relationships" id="262" r:id="R7dc48ba3cc7f43c8"/>
    <p:sldId xmlns:r="http://schemas.openxmlformats.org/officeDocument/2006/relationships" id="263" r:id="Rbf6eff94af604fa8"/>
    <p:sldId xmlns:r="http://schemas.openxmlformats.org/officeDocument/2006/relationships" id="264" r:id="R6057050705274022"/>
    <p:sldId xmlns:r="http://schemas.openxmlformats.org/officeDocument/2006/relationships" id="265" r:id="R5566f17d6c8041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2cfc2f0fc94e02" /><Relationship Type="http://schemas.openxmlformats.org/officeDocument/2006/relationships/slideMaster" Target="/ppt/slideMasters/slideMaster1.xml" Id="R535274527fdc4faf" /><Relationship Type="http://schemas.openxmlformats.org/officeDocument/2006/relationships/notesMaster" Target="/ppt/notesMasters/notesMaster1.xml" Id="R0a3478b841794167" /><Relationship Type="http://schemas.openxmlformats.org/officeDocument/2006/relationships/presProps" Target="/ppt/presProps.xml" Id="Rc5f38af3d46048cf" /><Relationship Type="http://schemas.openxmlformats.org/officeDocument/2006/relationships/tableStyles" Target="/ppt/tableStyles.xml" Id="R26719729dfe847b4" /><Relationship Type="http://schemas.openxmlformats.org/officeDocument/2006/relationships/slide" Target="/ppt/slides/slide1.xml" Id="Ra683e77f2e4e4d8e" /><Relationship Type="http://schemas.openxmlformats.org/officeDocument/2006/relationships/slide" Target="/ppt/slides/slide2.xml" Id="R5caa71520605490f" /><Relationship Type="http://schemas.openxmlformats.org/officeDocument/2006/relationships/slide" Target="/ppt/slides/slide3.xml" Id="R995f47373ce3469a" /><Relationship Type="http://schemas.openxmlformats.org/officeDocument/2006/relationships/slide" Target="/ppt/slides/slide4.xml" Id="R9f124c924daf4921" /><Relationship Type="http://schemas.openxmlformats.org/officeDocument/2006/relationships/slide" Target="/ppt/slides/slide5.xml" Id="R58e8b93583354e14" /><Relationship Type="http://schemas.openxmlformats.org/officeDocument/2006/relationships/slide" Target="/ppt/slides/slide6.xml" Id="R35595deb69824b9c" /><Relationship Type="http://schemas.openxmlformats.org/officeDocument/2006/relationships/slide" Target="/ppt/slides/slide7.xml" Id="R7dc48ba3cc7f43c8" /><Relationship Type="http://schemas.openxmlformats.org/officeDocument/2006/relationships/slide" Target="/ppt/slides/slide8.xml" Id="Rbf6eff94af604fa8" /><Relationship Type="http://schemas.openxmlformats.org/officeDocument/2006/relationships/slide" Target="/ppt/slides/slide9.xml" Id="R6057050705274022" /><Relationship Type="http://schemas.openxmlformats.org/officeDocument/2006/relationships/slide" Target="/ppt/slides/slide10.xml" Id="R5566f17d6c8041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47b6467c3b49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b050a34b5342d0" /><Relationship Type="http://schemas.openxmlformats.org/officeDocument/2006/relationships/notesMaster" Target="/ppt/notesMasters/notesMaster1.xml" Id="Rbeec612064d246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68bf6d4df7472c" /><Relationship Type="http://schemas.openxmlformats.org/officeDocument/2006/relationships/notesMaster" Target="/ppt/notesMasters/notesMaster1.xml" Id="Rfce5e52507b144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63da4512bf4ed0" /><Relationship Type="http://schemas.openxmlformats.org/officeDocument/2006/relationships/notesMaster" Target="/ppt/notesMasters/notesMaster1.xml" Id="Re0213372c3af42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3a1418df0d4c48" /><Relationship Type="http://schemas.openxmlformats.org/officeDocument/2006/relationships/notesMaster" Target="/ppt/notesMasters/notesMaster1.xml" Id="Ra6f0fc93ebd848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109625893d4b86" /><Relationship Type="http://schemas.openxmlformats.org/officeDocument/2006/relationships/notesMaster" Target="/ppt/notesMasters/notesMaster1.xml" Id="R49c082751b8546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330f7b4fa3407f" /><Relationship Type="http://schemas.openxmlformats.org/officeDocument/2006/relationships/notesMaster" Target="/ppt/notesMasters/notesMaster1.xml" Id="Rd6ed54a35f1148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b3af403acb440c" /><Relationship Type="http://schemas.openxmlformats.org/officeDocument/2006/relationships/notesMaster" Target="/ppt/notesMasters/notesMaster1.xml" Id="Rdd5af85d175241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6978b8606045ee" /><Relationship Type="http://schemas.openxmlformats.org/officeDocument/2006/relationships/notesMaster" Target="/ppt/notesMasters/notesMaster1.xml" Id="Rcee28049fc704c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ac5e9ed3854639" /><Relationship Type="http://schemas.openxmlformats.org/officeDocument/2006/relationships/notesMaster" Target="/ppt/notesMasters/notesMaster1.xml" Id="R36b1c090097e40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fded299daa4881" /><Relationship Type="http://schemas.openxmlformats.org/officeDocument/2006/relationships/notesMaster" Target="/ppt/notesMasters/notesMaster1.xml" Id="R022a7a01433348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52575205449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72c97a471d42ca" /><Relationship Type="http://schemas.openxmlformats.org/officeDocument/2006/relationships/slideLayout" Target="/ppt/slideLayouts/slideLayout1.xml" Id="R89ad61c14ea649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ad61c14ea649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7447f47b043e8" /><Relationship Type="http://schemas.openxmlformats.org/officeDocument/2006/relationships/notesSlide" Target="/ppt/notesSlides/notesSlide1.xml" Id="R841c039512d547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873d9c9914d99" /><Relationship Type="http://schemas.openxmlformats.org/officeDocument/2006/relationships/notesSlide" Target="/ppt/notesSlides/notesSlide2.xml" Id="R81862c4a551248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7e6da556249db" /><Relationship Type="http://schemas.openxmlformats.org/officeDocument/2006/relationships/notesSlide" Target="/ppt/notesSlides/notesSlide3.xml" Id="R7bfc4aaa65de4d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1350bd907485a" /><Relationship Type="http://schemas.openxmlformats.org/officeDocument/2006/relationships/notesSlide" Target="/ppt/notesSlides/notesSlide4.xml" Id="R84b5a97ebe644f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14478e9024d58" /><Relationship Type="http://schemas.openxmlformats.org/officeDocument/2006/relationships/notesSlide" Target="/ppt/notesSlides/notesSlide5.xml" Id="R6c1a25dc4a2744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72928c3114110" /><Relationship Type="http://schemas.openxmlformats.org/officeDocument/2006/relationships/notesSlide" Target="/ppt/notesSlides/notesSlide6.xml" Id="Rba2409b6aa6c44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fbc64a78d4903" /><Relationship Type="http://schemas.openxmlformats.org/officeDocument/2006/relationships/notesSlide" Target="/ppt/notesSlides/notesSlide7.xml" Id="R575f6d49922747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2e1bc497c430e" /><Relationship Type="http://schemas.openxmlformats.org/officeDocument/2006/relationships/notesSlide" Target="/ppt/notesSlides/notesSlide8.xml" Id="Rb215ef81212a4e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6d7e70bfe4fad" /><Relationship Type="http://schemas.openxmlformats.org/officeDocument/2006/relationships/notesSlide" Target="/ppt/notesSlides/notesSlide9.xml" Id="Re10c819734b643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919a1491044f5" /><Relationship Type="http://schemas.openxmlformats.org/officeDocument/2006/relationships/notesSlide" Target="/ppt/notesSlides/notesSlide10.xml" Id="R6eb40cb6c2584d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A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20608-D5F8-4027-AD68-6520CA76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62E2C"/>
                </a:solidFill>
              </a:defRPr>
            </a:pPr>
            <a:r>
              <a:rPr sz="4800" b="1">
                <a:solidFill>
                  <a:srgbClr val="362E2C"/>
                </a:solidFill>
              </a:rPr>
              <a:t>TALIÉ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2C8C3-6C19-4971-B7CE-53C22774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B8797B"/>
                </a:solidFill>
              </a:defRPr>
            </a:pPr>
            <a:r>
              <a:rPr sz="2550" b="0">
                <a:solidFill>
                  <a:srgbClr val="B8797B"/>
                </a:solidFill>
              </a:rPr>
              <a:t>מערכת לניהול תורים למכון יופי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8B448-E1CF-4041-AC99-3FFABECD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76965"/>
                </a:solidFill>
              </a:defRPr>
            </a:pPr>
            <a:r>
              <a:rPr sz="1650" b="0">
                <a:solidFill>
                  <a:srgbClr val="776965"/>
                </a:solidFill>
              </a:rPr>
              <a:t>React · Node.js · Express · MongoDB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5F3D6-6B53-4F9B-8DC9-1FD297B0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6843F-AFA6-402F-B8A0-850A38AE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62E2C"/>
                </a:solidFill>
              </a:defRPr>
            </a:pPr>
            <a:r>
              <a:rPr sz="1800" b="1">
                <a:solidFill>
                  <a:srgbClr val="362E2C"/>
                </a:solidFill>
              </a:rPr>
              <a:t>פרויקט גמר</a:t>
            </a:r>
          </a:p>
        </p:txBody>
      </p:sp>
    </p:spTree>
    <p:extLst>
      <p:ext uri="{BB962C8B-B14F-4D97-AF65-F5344CB8AC3E}">
        <p14:creationId xmlns:p14="http://schemas.microsoft.com/office/powerpoint/2010/main" val="7626989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7C152-7893-45FE-8A12-B05FBAD6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8797B"/>
                </a:solidFill>
              </a:defRPr>
            </a:pPr>
            <a:r>
              <a:rPr sz="1050" b="1">
                <a:solidFill>
                  <a:srgbClr val="B8797B"/>
                </a:solidFill>
              </a:rPr>
              <a:t>פרויקט גמר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72D16-6078-44FF-A98E-D516E070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362E2C"/>
                </a:solidFill>
              </a:defRPr>
            </a:pPr>
            <a:r>
              <a:rPr sz="2700" b="1">
                <a:solidFill>
                  <a:srgbClr val="362E2C"/>
                </a:solidFill>
              </a:rPr>
              <a:t>הבעיה שהמערכת פותרת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70F98-9283-4BC2-8FB5-3A473C5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8E134-AB48-4B30-AB8B-9D36102A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6965"/>
                </a:solidFill>
              </a:defRPr>
            </a:pPr>
            <a:r>
              <a:rPr sz="900" b="1">
                <a:solidFill>
                  <a:srgbClr val="776965"/>
                </a:solidFill>
              </a:rPr>
              <a:t>TALIÉ BEAUTY 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51951-4515-481A-ABE8-DDC4012C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362E2C"/>
                </a:solidFill>
              </a:defRPr>
            </a:pPr>
            <a:r>
              <a:rPr sz="2400" b="1">
                <a:solidFill>
                  <a:srgbClr val="362E2C"/>
                </a:solidFill>
              </a:rPr>
              <a:t>יומן ידני יוצר חוסר ודאות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BE96F-307C-4933-905A-AB2A1D1D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776965"/>
                </a:solidFill>
              </a:defRPr>
            </a:pPr>
            <a:r>
              <a:rPr sz="1650" b="0">
                <a:solidFill>
                  <a:srgbClr val="776965"/>
                </a:solidFill>
              </a:rPr>
              <a:t>תורים חופפים, שעות לא זמינות, מידע מפוזר ותלות בשיחות טלפון מקשים על הלקוחה ועל צוות המכון.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C22D6-F4DC-4598-BD52-7FD66CE2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952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81845-F985-4A17-A823-3D36392B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קביעת תור ללא הרשמה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21ACE-FCA1-4FAB-94DD-474F3CCB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6384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6DE51-90C4-4F12-A0F2-B56285E4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יומן יחיד לכל המכון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FB55F-78D2-4710-B236-6FB66D88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3242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E2004-2E31-4E2C-9C03-12DD311E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24225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זמינות אמיתית בזמן אמת</a:t>
            </a:r>
          </a:p>
        </p:txBody>
      </p:sp>
    </p:spTree>
    <p:extLst>
      <p:ext uri="{BB962C8B-B14F-4D97-AF65-F5344CB8AC3E}">
        <p14:creationId xmlns:p14="http://schemas.microsoft.com/office/powerpoint/2010/main" val="204119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1BF562-1086-4A0F-A12D-B8D5AD81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8797B"/>
                </a:solidFill>
              </a:defRPr>
            </a:pPr>
            <a:r>
              <a:rPr sz="1050" b="1">
                <a:solidFill>
                  <a:srgbClr val="B8797B"/>
                </a:solidFill>
              </a:rPr>
              <a:t>פרויקט גמר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8AF5E-C7BB-4357-9BBE-72CBDA69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362E2C"/>
                </a:solidFill>
              </a:defRPr>
            </a:pPr>
            <a:r>
              <a:rPr sz="2700" b="1">
                <a:solidFill>
                  <a:srgbClr val="362E2C"/>
                </a:solidFill>
              </a:rPr>
              <a:t>שני מסכים משרתים שני סוגי משתמשים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65BDC-BEDC-4FB1-A716-A7F9EA4E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B5B70-2723-49C4-9053-59E5064C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6965"/>
                </a:solidFill>
              </a:defRPr>
            </a:pPr>
            <a:r>
              <a:rPr sz="900" b="1">
                <a:solidFill>
                  <a:srgbClr val="776965"/>
                </a:solidFill>
              </a:rPr>
              <a:t>TALIÉ BEAUTY 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93B1E-28A2-4801-80FC-48299628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E7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1FAE3-DE77-4DE3-B65C-9F964E3D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426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B8797B"/>
                </a:solidFill>
              </a:defRPr>
            </a:pPr>
            <a:r>
              <a:rPr sz="2250" b="1">
                <a:solidFill>
                  <a:srgbClr val="B8797B"/>
                </a:solidFill>
              </a:rPr>
              <a:t>מסך הלקוחה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DBBDE-79DE-4382-92D9-8B92D446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25E46-195C-4B93-BD35-C0A20BEC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בחירת טיפולים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DCC91-B464-4257-BE59-882BE026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25A20-4690-4229-AF08-33090FCF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חישוב משך כולל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BE939-F1DC-4D66-A09C-DF80062A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338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5D8D8-5D6B-4B9B-AD73-3D6E1C61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בחירת מועד פנוי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61432-CE8D-4939-BB17-016AC44A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D4B84-2707-4885-85F7-6EC0BD6C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אישור מיידי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117AD-F5BB-432F-B1D9-8B6FE39B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8429E-BFA7-486A-94DA-5A2E82DA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24100"/>
            <a:ext cx="426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B8797B"/>
                </a:solidFill>
              </a:defRPr>
            </a:pPr>
            <a:r>
              <a:rPr sz="2250" b="1">
                <a:solidFill>
                  <a:srgbClr val="B8797B"/>
                </a:solidFill>
              </a:rPr>
              <a:t>מסך הניהול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BECFF-A2E6-445C-A91E-4205147C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289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BAD5D-96A5-427B-B035-5958DCD5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2895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יומן יום ושבוע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2FBFF-0EE7-45A0-B493-274E725A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814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CE5C7-34B0-4187-8A33-3AD65CBE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814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ניהול תורים וסטטוסים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64000-C706-4EFA-ABCE-AF4FD286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1338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82F1E-36C3-4208-B888-72B6E470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3385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עובדים וחסימות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922ED-F244-4A3F-B8D9-1035C37C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6863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E0745A-3BEC-4686-BDA7-F720BD27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דשבורד וייצוא</a:t>
            </a:r>
          </a:p>
        </p:txBody>
      </p:sp>
    </p:spTree>
    <p:extLst>
      <p:ext uri="{BB962C8B-B14F-4D97-AF65-F5344CB8AC3E}">
        <p14:creationId xmlns:p14="http://schemas.microsoft.com/office/powerpoint/2010/main" val="2053776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A1342-8FB2-4303-927E-B45866A2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8797B"/>
                </a:solidFill>
              </a:defRPr>
            </a:pPr>
            <a:r>
              <a:rPr sz="1050" b="1">
                <a:solidFill>
                  <a:srgbClr val="B8797B"/>
                </a:solidFill>
              </a:rPr>
              <a:t>פרויקט גמר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BA1C6-311B-4B8C-A473-C08CD0F9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362E2C"/>
                </a:solidFill>
              </a:defRPr>
            </a:pPr>
            <a:r>
              <a:rPr sz="2700" b="1">
                <a:solidFill>
                  <a:srgbClr val="362E2C"/>
                </a:solidFill>
              </a:rPr>
              <a:t>הזמינות מחושבת לפני כל שמירה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BA3E9-E920-4091-9294-7006B138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49816-D8B4-4F2B-B3B0-51C9D927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6965"/>
                </a:solidFill>
              </a:defRPr>
            </a:pPr>
            <a:r>
              <a:rPr sz="900" b="1">
                <a:solidFill>
                  <a:srgbClr val="776965"/>
                </a:solidFill>
              </a:rPr>
              <a:t>TALIÉ BEAUTY 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29C66-4D30-4AAA-AFA1-E86B2CAD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E7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70915-ACA9-47ED-90AA-95DBE6A0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FEEC6-7765-4FF1-A4DB-253F868D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62E2C"/>
                </a:solidFill>
              </a:defRPr>
            </a:pPr>
            <a:r>
              <a:rPr sz="1500" b="1">
                <a:solidFill>
                  <a:srgbClr val="362E2C"/>
                </a:solidFill>
              </a:rPr>
              <a:t>טיפולים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DD480-CB3D-40AD-9BDC-7577A846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57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76965"/>
                </a:solidFill>
              </a:defRPr>
            </a:pPr>
            <a:r>
              <a:rPr sz="1800" b="1">
                <a:solidFill>
                  <a:srgbClr val="776965"/>
                </a:solidFill>
              </a:rPr>
              <a:t>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42AED-7BE7-473F-8A2A-243BFF72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71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E7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A8192-6209-4CA4-976C-E5A2CA4E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43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1EE32-8971-45EA-AF54-011F2066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766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62E2C"/>
                </a:solidFill>
              </a:defRPr>
            </a:pPr>
            <a:r>
              <a:rPr sz="1500" b="1">
                <a:solidFill>
                  <a:srgbClr val="362E2C"/>
                </a:solidFill>
              </a:rPr>
              <a:t>משך + מרווח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6EED7-E314-4A46-BEF7-FE8ACBE8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57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76965"/>
                </a:solidFill>
              </a:defRPr>
            </a:pPr>
            <a:r>
              <a:rPr sz="1800" b="1">
                <a:solidFill>
                  <a:srgbClr val="776965"/>
                </a:solidFill>
              </a:rPr>
              <a:t>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350FD-64A1-474F-99EC-B9BE89F2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71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E7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13202-FC2A-4CFC-838F-13767783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43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9C25C-D37C-4CF9-B10C-064641DB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766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62E2C"/>
                </a:solidFill>
              </a:defRPr>
            </a:pPr>
            <a:r>
              <a:rPr sz="1500" b="1">
                <a:solidFill>
                  <a:srgbClr val="362E2C"/>
                </a:solidFill>
              </a:rPr>
              <a:t>שעות וחסימות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3DB2A-D507-4775-8401-0410BFF6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57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76965"/>
                </a:solidFill>
              </a:defRPr>
            </a:pPr>
            <a:r>
              <a:rPr sz="1800" b="1">
                <a:solidFill>
                  <a:srgbClr val="776965"/>
                </a:solidFill>
              </a:rPr>
              <a:t>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1C1B0-9556-4BF5-B81F-C1236B8A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71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E7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22E5DB-B266-4DF9-B9DE-931C4399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43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522A9-A6E2-4032-818B-0B7232FE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766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62E2C"/>
                </a:solidFill>
              </a:defRPr>
            </a:pPr>
            <a:r>
              <a:rPr sz="1500" b="1">
                <a:solidFill>
                  <a:srgbClr val="362E2C"/>
                </a:solidFill>
              </a:rPr>
              <a:t>תורים קיימים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0791E-4448-478A-869A-531A5C4F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57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76965"/>
                </a:solidFill>
              </a:defRPr>
            </a:pPr>
            <a:r>
              <a:rPr sz="1800" b="1">
                <a:solidFill>
                  <a:srgbClr val="776965"/>
                </a:solidFill>
              </a:rPr>
              <a:t>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51A1B1-559B-4CDB-A1D6-4CDB807B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71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611F6-9AA4-413F-AFD1-F5CC5F22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43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EABC1-CDB5-415E-BF89-F29EFF8F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שמירה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E5DCA-00C2-440D-A74D-A4040B1E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62E2C"/>
                </a:solidFill>
              </a:defRPr>
            </a:pPr>
            <a:r>
              <a:rPr sz="1800" b="0">
                <a:solidFill>
                  <a:srgbClr val="362E2C"/>
                </a:solidFill>
              </a:rPr>
              <a:t>לכל טיפול מתווספות חמש דקות. תור נשמר רק אם כל משבצת הזמן פנויה.</a:t>
            </a:r>
          </a:p>
        </p:txBody>
      </p:sp>
    </p:spTree>
    <p:extLst>
      <p:ext uri="{BB962C8B-B14F-4D97-AF65-F5344CB8AC3E}">
        <p14:creationId xmlns:p14="http://schemas.microsoft.com/office/powerpoint/2010/main" val="1790462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F4C4F-0885-415D-ABE1-33EA5DA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8797B"/>
                </a:solidFill>
              </a:defRPr>
            </a:pPr>
            <a:r>
              <a:rPr sz="1050" b="1">
                <a:solidFill>
                  <a:srgbClr val="B8797B"/>
                </a:solidFill>
              </a:rPr>
              <a:t>פרויקט גמר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B04B5-1862-4790-AAD8-AE70650C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362E2C"/>
                </a:solidFill>
              </a:defRPr>
            </a:pPr>
            <a:r>
              <a:rPr sz="2700" b="1">
                <a:solidFill>
                  <a:srgbClr val="362E2C"/>
                </a:solidFill>
              </a:rPr>
              <a:t>הארכיטקטורה מפרידה בין הממשק, השרת והנתונים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5F37C-7612-4CB4-8912-A30C8462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F0BE6-84DC-4F00-8C34-49564B02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6965"/>
                </a:solidFill>
              </a:defRPr>
            </a:pPr>
            <a:r>
              <a:rPr sz="900" b="1">
                <a:solidFill>
                  <a:srgbClr val="776965"/>
                </a:solidFill>
              </a:rPr>
              <a:t>TALIÉ BEAUTY 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6AF26-98E7-4CD6-8863-6AA4C58A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A8620-8AA4-4225-B0AF-B6D4F5FB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193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B8797B"/>
                </a:solidFill>
              </a:defRPr>
            </a:pPr>
            <a:r>
              <a:rPr sz="1875" b="1">
                <a:solidFill>
                  <a:srgbClr val="B8797B"/>
                </a:solidFill>
              </a:rPr>
              <a:t>צד לקוח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0A624-5ADC-4E55-BA82-CE5960BF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193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362E2C"/>
                </a:solidFill>
              </a:defRPr>
            </a:pPr>
            <a:r>
              <a:rPr sz="1800" b="0">
                <a:solidFill>
                  <a:srgbClr val="362E2C"/>
                </a:solidFill>
              </a:rPr>
              <a:t>React + Bootstrap RTL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1E883-00BD-4A6F-B54D-E5C2B38F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90875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E7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AF299-D0C0-46F0-A4DE-D4C31BE0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B8797B"/>
                </a:solidFill>
              </a:defRPr>
            </a:pPr>
            <a:r>
              <a:rPr sz="1875" b="1">
                <a:solidFill>
                  <a:srgbClr val="B8797B"/>
                </a:solidFill>
              </a:rPr>
              <a:t>צד שרת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E174E-11C9-4B9A-8CFC-76CB8505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09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362E2C"/>
                </a:solidFill>
              </a:defRPr>
            </a:pPr>
            <a:r>
              <a:rPr sz="1800" b="0">
                <a:solidFill>
                  <a:srgbClr val="362E2C"/>
                </a:solidFill>
              </a:rPr>
              <a:t>Express API + Socket.IO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C1DD6-91D9-49F3-BD08-1F4DBE93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1666F-A29D-4824-9C0A-C71BA81B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005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B8797B"/>
                </a:solidFill>
              </a:defRPr>
            </a:pPr>
            <a:r>
              <a:rPr sz="1875" b="1">
                <a:solidFill>
                  <a:srgbClr val="B8797B"/>
                </a:solidFill>
              </a:rPr>
              <a:t>מסד נתונים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E0ADC-62B0-4FFB-AE4D-83CBDE67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005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362E2C"/>
                </a:solidFill>
              </a:defRPr>
            </a:pPr>
            <a:r>
              <a:rPr sz="1800" b="0">
                <a:solidFill>
                  <a:srgbClr val="362E2C"/>
                </a:solidFill>
              </a:rPr>
              <a:t>MongoDB + Mongoose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08F34-34A4-4F0F-9592-5D668DCD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797B"/>
                </a:solidFill>
              </a:defRPr>
            </a:pPr>
            <a:r>
              <a:rPr sz="1350" b="1">
                <a:solidFill>
                  <a:srgbClr val="B8797B"/>
                </a:solidFill>
              </a:rPr>
              <a:t>עדכון בזמן אמת</a:t>
            </a:r>
          </a:p>
        </p:txBody>
      </p:sp>
    </p:spTree>
    <p:extLst>
      <p:ext uri="{BB962C8B-B14F-4D97-AF65-F5344CB8AC3E}">
        <p14:creationId xmlns:p14="http://schemas.microsoft.com/office/powerpoint/2010/main" val="16758732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8A37E-9C86-4B95-B734-916F0BD4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8797B"/>
                </a:solidFill>
              </a:defRPr>
            </a:pPr>
            <a:r>
              <a:rPr sz="1050" b="1">
                <a:solidFill>
                  <a:srgbClr val="B8797B"/>
                </a:solidFill>
              </a:rPr>
              <a:t>פרויקט גמר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50DAC-6B78-4FE0-B1C0-A1470D9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362E2C"/>
                </a:solidFill>
              </a:defRPr>
            </a:pPr>
            <a:r>
              <a:rPr sz="2700" b="1">
                <a:solidFill>
                  <a:srgbClr val="362E2C"/>
                </a:solidFill>
              </a:rPr>
              <a:t>חמישה אוספים מרכזיים שומרים את מצב המערכת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B98CF-8461-42D9-BC29-CE762C75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6B29C-0060-48C2-953B-6CDC786E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6965"/>
                </a:solidFill>
              </a:defRPr>
            </a:pPr>
            <a:r>
              <a:rPr sz="900" b="1">
                <a:solidFill>
                  <a:srgbClr val="776965"/>
                </a:solidFill>
              </a:rPr>
              <a:t>TALIÉ BEAUTY 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DA160-9ECF-49AC-B921-A693C9FF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90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5F00E-9F20-40D4-A3EB-AA217AE2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AE7D6-2CC6-4DC8-B031-AA6E8599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2E2C"/>
                </a:solidFill>
              </a:defRPr>
            </a:pPr>
            <a:r>
              <a:rPr sz="1350" b="0">
                <a:solidFill>
                  <a:srgbClr val="362E2C"/>
                </a:solidFill>
              </a:rPr>
              <a:t>משתמשים והרשאות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82649-3C8A-47FF-BA6B-926D8208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00250"/>
            <a:ext cx="3190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65CDE-B9BE-4967-B23B-5C0DE8B9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0980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12127-A902-4746-9036-6A86F274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4795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2E2C"/>
                </a:solidFill>
              </a:defRPr>
            </a:pPr>
            <a:r>
              <a:rPr sz="1350" b="0">
                <a:solidFill>
                  <a:srgbClr val="362E2C"/>
                </a:solidFill>
              </a:rPr>
              <a:t>טיפולים ומשכים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AF187-5AAC-40D2-847B-46C1604C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3190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E7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83716-C8CD-49E8-97D0-D78AEA3F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appointments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12206-5B10-4624-B651-68D664A2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2E2C"/>
                </a:solidFill>
              </a:defRPr>
            </a:pPr>
            <a:r>
              <a:rPr sz="1350" b="0">
                <a:solidFill>
                  <a:srgbClr val="362E2C"/>
                </a:solidFill>
              </a:rPr>
              <a:t>תורים ולקוחות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738B0-9E93-45CD-A052-4CBA15E0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190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47F2A-DF94-4219-9390-1D6ADC3D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settings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66D0F-064E-4294-BF7B-E4CC19B0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2E2C"/>
                </a:solidFill>
              </a:defRPr>
            </a:pPr>
            <a:r>
              <a:rPr sz="1350" b="0">
                <a:solidFill>
                  <a:srgbClr val="362E2C"/>
                </a:solidFill>
              </a:rPr>
              <a:t>שעות וחסימות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29480-D378-401D-960E-887C3759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14750"/>
            <a:ext cx="3190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9D09A-480E-4F7F-8D51-5E3F12B9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2430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auditlogs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0CECA-D5C4-4A15-B1FA-63C390DE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6245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2E2C"/>
                </a:solidFill>
              </a:defRPr>
            </a:pPr>
            <a:r>
              <a:rPr sz="1350" b="0">
                <a:solidFill>
                  <a:srgbClr val="362E2C"/>
                </a:solidFill>
              </a:rPr>
              <a:t>יומן פעילות</a:t>
            </a:r>
          </a:p>
        </p:txBody>
      </p:sp>
    </p:spTree>
    <p:extLst>
      <p:ext uri="{BB962C8B-B14F-4D97-AF65-F5344CB8AC3E}">
        <p14:creationId xmlns:p14="http://schemas.microsoft.com/office/powerpoint/2010/main" val="10755941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C2486-40C5-4116-973D-E4F19C16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8797B"/>
                </a:solidFill>
              </a:defRPr>
            </a:pPr>
            <a:r>
              <a:rPr sz="1050" b="1">
                <a:solidFill>
                  <a:srgbClr val="B8797B"/>
                </a:solidFill>
              </a:rPr>
              <a:t>פרויקט גמר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3F491-EF27-43AA-9C40-26EBEEDD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362E2C"/>
                </a:solidFill>
              </a:defRPr>
            </a:pPr>
            <a:r>
              <a:rPr sz="2700" b="1">
                <a:solidFill>
                  <a:srgbClr val="362E2C"/>
                </a:solidFill>
              </a:rPr>
              <a:t>אבטחה והרשאות נאכפות בצד השרת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BCA58-C4D2-41DC-9708-A8A69AEB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C8D66-4BAE-4B43-9E86-F8C6FC9D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6965"/>
                </a:solidFill>
              </a:defRPr>
            </a:pPr>
            <a:r>
              <a:rPr sz="900" b="1">
                <a:solidFill>
                  <a:srgbClr val="776965"/>
                </a:solidFill>
              </a:rPr>
              <a:t>TALIÉ BEAUTY 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EF435-43B7-44FD-A378-DF2D88A9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952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576BA-9376-4F69-A34D-2B68160B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סיסמאות מוצפנות ב־Bcrypt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3723A-82C3-49BB-971D-FBA4C5C1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6384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D6269-DC05-4F48-8250-BA313822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Session נשמר ב־MongoDB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6D38B-42DA-4941-9156-63F048E1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3242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7E4D8-4B70-476B-B5AB-31A5B94D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24225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הגבלת ניסיונות התחברות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4C6F0-36E3-40D2-B74E-1C9A3C2B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010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67F87-A271-4C99-A93A-8E52B6A0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Helmet ובדיקות קלט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1FFF6-0105-4211-B28A-70B36FEC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6958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D4136-6A89-4493-95F9-1BC22106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הרשאות מנהלת לפעולות רגישות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3A887-4932-48EB-8BD7-C93EAD0F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E7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AB1B6-9CAE-4168-878B-D5FF30C1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עיקרון מוביל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7893F-5933-42E0-95A6-2ABBA722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62E2C"/>
                </a:solidFill>
              </a:defRPr>
            </a:pPr>
            <a:r>
              <a:rPr sz="2025" b="1">
                <a:solidFill>
                  <a:srgbClr val="362E2C"/>
                </a:solidFill>
              </a:rPr>
              <a:t>הלקוח מציג את הממשק; השרת הוא שמחליט אם הפעולה מותרת ותקינה.</a:t>
            </a:r>
          </a:p>
        </p:txBody>
      </p:sp>
    </p:spTree>
    <p:extLst>
      <p:ext uri="{BB962C8B-B14F-4D97-AF65-F5344CB8AC3E}">
        <p14:creationId xmlns:p14="http://schemas.microsoft.com/office/powerpoint/2010/main" val="11159866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E8099-A61A-4E43-8F00-658440E2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8797B"/>
                </a:solidFill>
              </a:defRPr>
            </a:pPr>
            <a:r>
              <a:rPr sz="1050" b="1">
                <a:solidFill>
                  <a:srgbClr val="B8797B"/>
                </a:solidFill>
              </a:rPr>
              <a:t>פרויקט גמר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7D9AF-940C-426E-A55B-41B1374F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362E2C"/>
                </a:solidFill>
              </a:defRPr>
            </a:pPr>
            <a:r>
              <a:rPr sz="2700" b="1">
                <a:solidFill>
                  <a:srgbClr val="362E2C"/>
                </a:solidFill>
              </a:rPr>
              <a:t>דשבורד וייצוא הופכים את היומן למידע שימושי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4D0C7-E063-466F-A720-77987B2C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0AF24-E65C-4D05-AD7C-2413290F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6965"/>
                </a:solidFill>
              </a:defRPr>
            </a:pPr>
            <a:r>
              <a:rPr sz="900" b="1">
                <a:solidFill>
                  <a:srgbClr val="776965"/>
                </a:solidFill>
              </a:rPr>
              <a:t>TALIÉ BEAUTY 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D65D0-6966-4FA0-BB9E-161356BE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B8797B"/>
                </a:solidFill>
              </a:defRPr>
            </a:pPr>
            <a:r>
              <a:rPr sz="2250" b="1">
                <a:solidFill>
                  <a:srgbClr val="B8797B"/>
                </a:solidFill>
              </a:rPr>
              <a:t>מדדים חודשיים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60B6C-84D0-4F2C-82D3-759F0960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670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14E00-0A1D-483A-9D3A-701DDE76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40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תורים לפי סטטוס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08DFF-1EA2-4BAA-9F81-FE5B1B2D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08CF5-8BAE-421A-908C-E299275D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40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טיפולים לפי סוג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C58D8-C94A-4E0C-A66C-8EF74B29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386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23E6D-43A9-46E2-81B9-6EC6AA90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40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מקור התורים: אתר או ידני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8DEDF-C17E-42A3-8DF0-8F9CEFAA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149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B2E07-92EE-4E3C-BEE6-AD41F43E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531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B8797B"/>
                </a:solidFill>
              </a:defRPr>
            </a:pPr>
            <a:r>
              <a:rPr sz="3900" b="1">
                <a:solidFill>
                  <a:srgbClr val="B8797B"/>
                </a:solidFill>
              </a:rPr>
              <a:t>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74380-5EB1-4C2C-AEBB-E983A0BB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362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62E2C"/>
                </a:solidFill>
              </a:defRPr>
            </a:pPr>
            <a:r>
              <a:rPr sz="1650" b="0">
                <a:solidFill>
                  <a:srgbClr val="362E2C"/>
                </a:solidFill>
              </a:rPr>
              <a:t>ייצוא תורים ולקוחות לגיבוי ולעבודה חיצונית</a:t>
            </a:r>
          </a:p>
        </p:txBody>
      </p:sp>
    </p:spTree>
    <p:extLst>
      <p:ext uri="{BB962C8B-B14F-4D97-AF65-F5344CB8AC3E}">
        <p14:creationId xmlns:p14="http://schemas.microsoft.com/office/powerpoint/2010/main" val="18541150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3C50D-B8D6-482F-BDEE-8F590964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8797B"/>
                </a:solidFill>
              </a:defRPr>
            </a:pPr>
            <a:r>
              <a:rPr sz="1050" b="1">
                <a:solidFill>
                  <a:srgbClr val="B8797B"/>
                </a:solidFill>
              </a:rPr>
              <a:t>פרויקט גמר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9268B-0E19-4C12-A0B3-86BD3BE6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362E2C"/>
                </a:solidFill>
              </a:defRPr>
            </a:pPr>
            <a:r>
              <a:rPr sz="2700" b="1">
                <a:solidFill>
                  <a:srgbClr val="362E2C"/>
                </a:solidFill>
              </a:rPr>
              <a:t>הבדיקות מתמקדות בכללים שמונעים טעויות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120B7-F64B-40DA-8BE6-737396E1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EF719-0684-412A-BCFE-4E10B56D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6965"/>
                </a:solidFill>
              </a:defRPr>
            </a:pPr>
            <a:r>
              <a:rPr sz="900" b="1">
                <a:solidFill>
                  <a:srgbClr val="776965"/>
                </a:solidFill>
              </a:rPr>
              <a:t>TALIÉ BEAUTY 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35AB7-4682-4F5B-BE61-001F2182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B8797B"/>
                </a:solidFill>
              </a:defRPr>
            </a:pPr>
            <a:r>
              <a:rPr sz="1575" b="1">
                <a:solidFill>
                  <a:srgbClr val="B8797B"/>
                </a:solidFill>
              </a:rPr>
              <a:t>טלפון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84D9D-A218-451A-9C92-B656CB19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771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A3A06-F5E3-409C-A58C-EED3BDA6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6477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91DA0-41C1-44BE-AAF1-448A1D96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76965"/>
                </a:solidFill>
              </a:defRPr>
            </a:pPr>
            <a:r>
              <a:rPr sz="1200" b="0">
                <a:solidFill>
                  <a:srgbClr val="776965"/>
                </a:solidFill>
              </a:rPr>
              <a:t>נרמול ותבנית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35455-76B2-4504-B530-53B2BC1D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193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B8797B"/>
                </a:solidFill>
              </a:defRPr>
            </a:pPr>
            <a:r>
              <a:rPr sz="1575" b="1">
                <a:solidFill>
                  <a:srgbClr val="B8797B"/>
                </a:solidFill>
              </a:rPr>
              <a:t>משך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FB5F5-5B16-4841-88FC-5D05DF24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771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4FA4E-8239-4D60-A363-B13990D9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581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219AD-6C7E-443B-BCFA-9409443C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193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76965"/>
                </a:solidFill>
              </a:defRPr>
            </a:pPr>
            <a:r>
              <a:rPr sz="1200" b="0">
                <a:solidFill>
                  <a:srgbClr val="776965"/>
                </a:solidFill>
              </a:rPr>
              <a:t>חמש דקות לכל טיפול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74F39-A4F0-49D2-A43A-68FA1F8B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B8797B"/>
                </a:solidFill>
              </a:defRPr>
            </a:pPr>
            <a:r>
              <a:rPr sz="1575" b="1">
                <a:solidFill>
                  <a:srgbClr val="B8797B"/>
                </a:solidFill>
              </a:rPr>
              <a:t>התנגשות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86A2E-2F4C-4580-BE87-89A8C149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771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55615-7F5B-4B07-8D3F-27C08D6C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514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2535B-5624-47FB-91DD-495D149C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86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76965"/>
                </a:solidFill>
              </a:defRPr>
            </a:pPr>
            <a:r>
              <a:rPr sz="1200" b="0">
                <a:solidFill>
                  <a:srgbClr val="776965"/>
                </a:solidFill>
              </a:rPr>
              <a:t>חפיפה וגבולות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1724C-B5F2-433A-A1BB-03D3BD6D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52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B8797B"/>
                </a:solidFill>
              </a:defRPr>
            </a:pPr>
            <a:r>
              <a:rPr sz="1575" b="1">
                <a:solidFill>
                  <a:srgbClr val="B8797B"/>
                </a:solidFill>
              </a:rPr>
              <a:t>הרשאות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5E889-02EF-42A9-8DAD-2B8930EB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771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AC016-2BE4-4F10-B491-BFA4F77F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447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1BA5F-1974-4554-81C1-CA520E80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528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76965"/>
                </a:solidFill>
              </a:defRPr>
            </a:pPr>
            <a:r>
              <a:rPr sz="1200" b="0">
                <a:solidFill>
                  <a:srgbClr val="776965"/>
                </a:solidFill>
              </a:rPr>
              <a:t>מנהלת מול עובדת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6E490-825F-44A3-AA46-0B848039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19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B8797B"/>
                </a:solidFill>
              </a:defRPr>
            </a:pPr>
            <a:r>
              <a:rPr sz="1575" b="1">
                <a:solidFill>
                  <a:srgbClr val="B8797B"/>
                </a:solidFill>
              </a:rPr>
              <a:t>זמינות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A7F53-3DBE-4501-95C0-3295A01B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771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3234D-90D0-47D1-BB32-47EFB2C3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81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1D4D3-B47D-4BC2-835B-6278C2C4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196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76965"/>
                </a:solidFill>
              </a:defRPr>
            </a:pPr>
            <a:r>
              <a:rPr sz="1200" b="0">
                <a:solidFill>
                  <a:srgbClr val="776965"/>
                </a:solidFill>
              </a:rPr>
              <a:t>שעות וחסימות</a:t>
            </a:r>
          </a:p>
        </p:txBody>
      </p:sp>
    </p:spTree>
    <p:extLst>
      <p:ext uri="{BB962C8B-B14F-4D97-AF65-F5344CB8AC3E}">
        <p14:creationId xmlns:p14="http://schemas.microsoft.com/office/powerpoint/2010/main" val="20523516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61E62-83B5-43C5-8C6C-4E5D38BA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8797B"/>
                </a:solidFill>
              </a:defRPr>
            </a:pPr>
            <a:r>
              <a:rPr sz="1050" b="1">
                <a:solidFill>
                  <a:srgbClr val="B8797B"/>
                </a:solidFill>
              </a:rPr>
              <a:t>פרויקט גמר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A9657-97B8-45B9-AEE7-04F03DF5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362E2C"/>
                </a:solidFill>
              </a:defRPr>
            </a:pPr>
            <a:r>
              <a:rPr sz="2700" b="1">
                <a:solidFill>
                  <a:srgbClr val="362E2C"/>
                </a:solidFill>
              </a:rPr>
              <a:t>התוצאה: תהליך קצר, ברור וניתן להרחבה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14690-1391-4461-8044-F9DAEF7F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7B"/>
          </a:solidFill>
          <a:ln xmlns:a="http://schemas.openxmlformats.org/drawingml/2006/main" w="9525">
            <a:solidFill>
              <a:srgbClr val="B879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43311-E945-40C3-AF55-4130E81F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6965"/>
                </a:solidFill>
              </a:defRPr>
            </a:pPr>
            <a:r>
              <a:rPr sz="900" b="1">
                <a:solidFill>
                  <a:srgbClr val="776965"/>
                </a:solidFill>
              </a:rPr>
              <a:t>TALIÉ BEAUTY 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B206E-CF9C-4898-840D-AC98F518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362E2C"/>
                </a:solidFill>
              </a:defRPr>
            </a:pPr>
            <a:r>
              <a:rPr sz="2400" b="1">
                <a:solidFill>
                  <a:srgbClr val="362E2C"/>
                </a:solidFill>
              </a:rPr>
              <a:t>הלקוחה קובעת תור בביטחון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9C8E9-983E-40DA-8860-A2A62913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B8797B"/>
                </a:solidFill>
              </a:defRPr>
            </a:pPr>
            <a:r>
              <a:rPr sz="2400" b="1">
                <a:solidFill>
                  <a:srgbClr val="B8797B"/>
                </a:solidFill>
              </a:rPr>
              <a:t>הצוות מקבל יומן מעודכן בזמן אמת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EE35C-5F0A-4187-BEC7-3D1325EA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362E2C"/>
                </a:solidFill>
              </a:defRPr>
            </a:pPr>
            <a:r>
              <a:rPr sz="2400" b="1">
                <a:solidFill>
                  <a:srgbClr val="362E2C"/>
                </a:solidFill>
              </a:rPr>
              <a:t>והמכון מקבל בסיס טכנולוגי להמשך פיתוח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58549-5E78-45A3-9F98-14190BEC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9339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E7"/>
          </a:solidFill>
          <a:ln xmlns:a="http://schemas.openxmlformats.org/drawingml/2006/main" w="9525">
            <a:solidFill>
              <a:srgbClr val="D9CB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8676D-54D7-40FF-BD42-490B438A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797B"/>
                </a:solidFill>
              </a:defRPr>
            </a:pPr>
            <a:r>
              <a:rPr sz="1950" b="1">
                <a:solidFill>
                  <a:srgbClr val="B8797B"/>
                </a:solidFill>
              </a:rPr>
              <a:t>המשך אפשרי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CE175-3800-4D86-B323-D0FB8861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0480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3C3E4-BBB3-432D-BC3B-2AA739D2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48000"/>
            <a:ext cx="354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תזכורות SMS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EB62B-54D1-4DC5-9807-3349B047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6004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4B2E4-2E4D-412C-9EA3-B891C509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0450"/>
            <a:ext cx="354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תשלומים ומחירים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3D2DC-7171-4688-96BE-16BE8EDE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1529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797B"/>
                </a:solidFill>
              </a:defRPr>
            </a:pPr>
            <a:r>
              <a:rPr sz="1800" b="1">
                <a:solidFill>
                  <a:srgbClr val="B8797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A87C7-2C5A-49E3-B273-10169A3F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52900"/>
            <a:ext cx="354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62E2C"/>
                </a:solidFill>
              </a:defRPr>
            </a:pPr>
            <a:r>
              <a:rPr sz="1500" b="0">
                <a:solidFill>
                  <a:srgbClr val="362E2C"/>
                </a:solidFill>
              </a:rPr>
              <a:t>ניהול כמה עובדות במקביל</a:t>
            </a:r>
          </a:p>
        </p:txBody>
      </p:sp>
    </p:spTree>
    <p:extLst>
      <p:ext uri="{BB962C8B-B14F-4D97-AF65-F5344CB8AC3E}">
        <p14:creationId xmlns:p14="http://schemas.microsoft.com/office/powerpoint/2010/main" val="2099961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2026-08-25T06:50:58.5760000Z</dcterms:created>
  <dcterms:modified xsi:type="dcterms:W3CDTF">2026-08-25T06:50:58.5760000Z</dcterms:modified>
</coreProperties>
</file>